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fe6d637c53471d" /><Relationship Type="http://schemas.openxmlformats.org/officeDocument/2006/relationships/extended-properties" Target="/docProps/app.xml" Id="R2e3ab24aa58e49d4" /><Relationship Type="http://schemas.openxmlformats.org/officeDocument/2006/relationships/officeDocument" Target="/ppt/presentation.xml" Id="Rb6e01827481f447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2fa209601bd43ed"/>
  </p:sldMasterIdLst>
  <p:notesMasterIdLst>
    <p:notesMasterId xmlns:r="http://schemas.openxmlformats.org/officeDocument/2006/relationships" r:id="R7f640edd78dc4df8"/>
  </p:notesMasterIdLst>
  <p:sldIdLst>
    <p:sldId xmlns:r="http://schemas.openxmlformats.org/officeDocument/2006/relationships" id="256" r:id="R93cee7e950a24f92"/>
    <p:sldId xmlns:r="http://schemas.openxmlformats.org/officeDocument/2006/relationships" id="257" r:id="R04a93537b8e24a1f"/>
    <p:sldId xmlns:r="http://schemas.openxmlformats.org/officeDocument/2006/relationships" id="258" r:id="R2c6eeb462ffd4f5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9ea89cec0c54448" /><Relationship Type="http://schemas.openxmlformats.org/officeDocument/2006/relationships/slideMaster" Target="/ppt/slideMasters/slideMaster1.xml" Id="R02fa209601bd43ed" /><Relationship Type="http://schemas.openxmlformats.org/officeDocument/2006/relationships/notesMaster" Target="/ppt/notesMasters/notesMaster1.xml" Id="R7f640edd78dc4df8" /><Relationship Type="http://schemas.openxmlformats.org/officeDocument/2006/relationships/presProps" Target="/ppt/presProps.xml" Id="Ra0f520db128b4a6e" /><Relationship Type="http://schemas.openxmlformats.org/officeDocument/2006/relationships/tableStyles" Target="/ppt/tableStyles.xml" Id="R40f04629a2b14df2" /><Relationship Type="http://schemas.openxmlformats.org/officeDocument/2006/relationships/slide" Target="/ppt/slides/slide1.xml" Id="R93cee7e950a24f92" /><Relationship Type="http://schemas.openxmlformats.org/officeDocument/2006/relationships/slide" Target="/ppt/slides/slide2.xml" Id="R04a93537b8e24a1f" /><Relationship Type="http://schemas.openxmlformats.org/officeDocument/2006/relationships/slide" Target="/ppt/slides/slide3.xml" Id="R2c6eeb462ffd4f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89579416b2b46f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012667ecf1242d7" /><Relationship Type="http://schemas.openxmlformats.org/officeDocument/2006/relationships/notesMaster" Target="/ppt/notesMasters/notesMaster1.xml" Id="Rde2d47fff51a462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74ecfb36aa74a79" /><Relationship Type="http://schemas.openxmlformats.org/officeDocument/2006/relationships/notesMaster" Target="/ppt/notesMasters/notesMaster1.xml" Id="Rde3c90e2d7404c1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c880afcf3ed4221" /><Relationship Type="http://schemas.openxmlformats.org/officeDocument/2006/relationships/notesMaster" Target="/ppt/notesMasters/notesMaster1.xml" Id="R034dd58fd2e44d2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2961bba84a41e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13e2b0fd5c34f9c" /><Relationship Type="http://schemas.openxmlformats.org/officeDocument/2006/relationships/slideLayout" Target="/ppt/slideLayouts/slideLayout1.xml" Id="R8f9a119cb573438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9a119cb573438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84dcfd835d4a7c" /><Relationship Type="http://schemas.openxmlformats.org/officeDocument/2006/relationships/image" Target="/ppt/media/image.png" Id="R2507ad722ef54c89" /><Relationship Type="http://schemas.openxmlformats.org/officeDocument/2006/relationships/notesSlide" Target="/ppt/notesSlides/notesSlide1.xml" Id="Rc5a24ddf8bdc443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8f3dcc3a504891" /><Relationship Type="http://schemas.openxmlformats.org/officeDocument/2006/relationships/image" Target="/ppt/media/image2.png" Id="Rf0edbb4e5f8f422b" /><Relationship Type="http://schemas.openxmlformats.org/officeDocument/2006/relationships/notesSlide" Target="/ppt/notesSlides/notesSlide2.xml" Id="Ra80a14789130489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dd8b108e4642f0" /><Relationship Type="http://schemas.openxmlformats.org/officeDocument/2006/relationships/image" Target="/ppt/media/image3.png" Id="R54c2c1419b76422f" /><Relationship Type="http://schemas.openxmlformats.org/officeDocument/2006/relationships/notesSlide" Target="/ppt/notesSlides/notesSlide3.xml" Id="R72953dde7605417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07ad722ef54c89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2920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edbb4e5f8f422b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9065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c2c1419b76422f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7212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2026-10-07T08:43:33.7360000Z</dcterms:created>
  <dcterms:modified xsi:type="dcterms:W3CDTF">2026-10-07T08:43:33.7360000Z</dcterms:modified>
</coreProperties>
</file>